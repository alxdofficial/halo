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Arial"/>
              </a:rPr>
              <a:t>HALO — Weekly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80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666666"/>
                </a:solidFill>
                <a:latin typeface="Arial"/>
              </a:rPr>
              <a:t>24 Aug 2026 · sealed adaptation_v1 manifest · fingerprint 1bd89d35…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best model we have  ·  how everyone is adapted  ·  why our own engine is the 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How HALO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One encoder, a frozen text tower, and a memory you drop examples into.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Input is deliberately unconstrained.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Any channel set, any sampling rate, any body placement — no resampling to a common grid.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Filterbank front end.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Fixed Gabor filters at physical frequencies, so 5 Hz means 5 Hz whether the device sampled at 20 Hz or 200 Hz.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Temporal trunk.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Three attention layers over one-second patches, width 128 — one 128-d vector per (patch, sensor) row.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Text is an input, not a head.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 frozen sentence encoder embeds the label names and a description of the acquisition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How it adapts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01368"/>
            <a:ext cx="5349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Adaptation is memory, not gradient.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Enrolled examples are encoded once and dropped into a memory bank. Nothing is retrained, ever.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The native engine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retrieves the top-64 memory rows for a query, mixes them with the candidate names, and votes.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1.01 M trainable parameters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— the smallest model in this comparison by two to three orders of magnitude.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Today's headline model does not use the engine. It is the HALO encoder read out with plain nearest-neighbour — slides 11-13 are about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How everything here is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One sealed manifest, seven held-out datasets, five seeds — identical for every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The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Seven held-out datasets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in nobody's pretraining: four </a:t>
            </a:r>
            <a:r>
              <a:rPr sz="1300" b="1" i="0">
                <a:solidFill>
                  <a:srgbClr val="1A1A1A"/>
                </a:solidFill>
                <a:latin typeface="Arial"/>
              </a:rPr>
              <a:t>ordinary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(everyday activity) and three </a:t>
            </a:r>
            <a:r>
              <a:rPr sz="1300" b="1" i="0">
                <a:solidFill>
                  <a:srgbClr val="1A1A1A"/>
                </a:solidFill>
                <a:latin typeface="Arial"/>
              </a:rPr>
              <a:t>specialized / clinical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(rehab and clinical motion).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Five seeds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support and query executions are execution-disjoint and subject-disjoint.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k = enrolled executions per class.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Each execution is pooled to one vector, so a 56-window recording cannot outweigh a one-window recording.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Macro F1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averaged within a dataset, then equally across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Two decisions we made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01368"/>
            <a:ext cx="5349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Three readouts only — 1-NN, prototype, ridge.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All gradient-free. We dropped the fitted linear head: it needs 200 Adam steps at deployment, which is not the regime we argue for.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HALO's memory at k ≥ 1 is enrolment only.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No corpus rows, so every model sees exactly the same evidence. Slide 13 shows this costs us nothing.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Every number in this deck comes from that one manifest. No model was re-tuned for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46304" cy="1737360"/>
          </a:xfrm>
          <a:prstGeom prst="rect">
            <a:avLst/>
          </a:prstGeom>
          <a:solidFill>
            <a:srgbClr val="34618E"/>
          </a:solidFill>
          <a:ln w="9525">
            <a:solidFill>
              <a:srgbClr val="346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34618E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6148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Arial"/>
              </a:rPr>
              <a:t>Where the model actually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9300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Best checkpoint long_4h_20260821 · frozen encoder + 1-NN · macro F1 on the sealed test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Ordinary activities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Every model is a frozen encoder read out with 1-NN. Nothing is fine-tuned.</a:t>
            </a:r>
          </a:p>
        </p:txBody>
      </p:sp>
      <p:pic>
        <p:nvPicPr>
          <p:cNvPr id="4" name="Picture 3" descr="headline_ord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2" y="1298448"/>
            <a:ext cx="6381354" cy="422452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1481328"/>
          <a:ext cx="43434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585216"/>
                <a:gridCol w="585216"/>
                <a:gridCol w="585216"/>
                <a:gridCol w="585216"/>
                <a:gridCol w="585216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k=1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k=2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k=4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k=8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k=16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LiMU-BERT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56.9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62.0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65.2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64.9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61.5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HALO (ours)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F6B4A"/>
                          </a:solidFill>
                          <a:latin typeface="Arial"/>
                        </a:rPr>
                        <a:t>57.1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61.2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64.9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64.1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61.1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UniMTS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50.7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56.2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61.0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62.2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62.7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CrossHAR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50.5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54.4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59.6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58.7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57.4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harnet5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47.3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50.5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53.2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52.7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50.7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ImageBind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43.0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49.1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53.2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53.2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51.0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NormWear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26.3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29.6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32.9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35.4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37.1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62356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HALO leads at k=1 and is level with LiMU-BERT after that. Call this a tie, not a win.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Specialized and clinical activities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Every model is a frozen encoder read out with 1-NN. Nothing is fine-tuned.</a:t>
            </a:r>
          </a:p>
        </p:txBody>
      </p:sp>
      <p:pic>
        <p:nvPicPr>
          <p:cNvPr id="4" name="Picture 3" descr="headline_specialized_no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2" y="1298448"/>
            <a:ext cx="6381354" cy="422452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1481328"/>
          <a:ext cx="434340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585216"/>
                <a:gridCol w="585216"/>
                <a:gridCol w="585216"/>
                <a:gridCol w="585216"/>
                <a:gridCol w="585216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k=1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k=2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k=4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k=8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k=16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HALO (ours)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F6B4A"/>
                          </a:solidFill>
                          <a:latin typeface="Arial"/>
                        </a:rPr>
                        <a:t>43.2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F6B4A"/>
                          </a:solidFill>
                          <a:latin typeface="Arial"/>
                        </a:rPr>
                        <a:t>44.7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F6B4A"/>
                          </a:solidFill>
                          <a:latin typeface="Arial"/>
                        </a:rPr>
                        <a:t>58.7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F6B4A"/>
                          </a:solidFill>
                          <a:latin typeface="Arial"/>
                        </a:rPr>
                        <a:t>62.1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F6B4A"/>
                          </a:solidFill>
                          <a:latin typeface="Arial"/>
                        </a:rPr>
                        <a:t>64.5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UniMTS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37.0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36.7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49.1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52.8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55.0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harnet5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30.8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31.8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43.8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47.6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51.0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LiMU-BERT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30.6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33.8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40.3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42.8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44.0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CrossHAR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28.3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32.4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40.7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43.0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45.4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ImageBind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27.3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29.6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35.4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38.3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40.6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NormWear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25.6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28.2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31.1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62356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HALO is best at every k, by 6.2 to 9.5 F1 over UniMTS. This is the result worth defending.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Zero-shot, with nothing enrolled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No enrolled examples: every model falls back on its own training knowledge, and chooses among the test dataset's labels only.</a:t>
            </a:r>
          </a:p>
        </p:txBody>
      </p:sp>
      <p:pic>
        <p:nvPicPr>
          <p:cNvPr id="4" name="Picture 3" descr="zero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830" y="1234440"/>
            <a:ext cx="8459290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0644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Competitive on everyday activity (37.0, second to CrossHAR); weak on the clinical set (8.8 against UniMTS at 17.4). One enrolled example takes that 8.8 to 43.2.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What “adaptation” means for each model at k ≥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No backbone is fine-tuned anywhere in this comparison — ours included.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1672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2880360"/>
                <a:gridCol w="777240"/>
                <a:gridCol w="822960"/>
                <a:gridCol w="2377440"/>
                <a:gridCol w="1691640"/>
                <a:gridCol w="130759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encoder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feat dim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pretraining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input contract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</a:rPr>
                        <a:t>tuned at k≥1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HALO (ours)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filterbank + 3-layer temporal trunk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1.01 M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our 18-dataset corpus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6 ch, native rate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F6B4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LiMU-BERT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masked IMU encoder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~62 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self-pretrained on our corpus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 ch @ 20 Hz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UniMTS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graph encoder + CLIP text tower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~4 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released ckpt, simulated IMU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 ch acc @ 20 Hz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harnet5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ResNet-V2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~2 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released ckpt, UK-Biobank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3 ch acc @ 30 Hz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CrossHAR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masked + contrastive transformer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~72 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self-pretrained on our corpus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 ch @ 20 Hz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NormWear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channel-independent ViT + frozen LLM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194 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2048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released ckpt, clinical wearables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 ch @ 65 Hz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ImageBind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imagebind_huge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1.2 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1024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released ckpt, web-scale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 ch @ 200 Hz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61772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Every encoder is frozen and no gradient step is taken at adaptation time. The only thing fitted is the readout — on the k enrolled executions of the target dataset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Why gradient-free is the fair choice.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A fitted head needs a learning rate, a step count and a weight decay that cannot be right for a 72-d feature and a 2048-d one at once — any single setting under-tunes somebody, and we would be benchmarking optimisers. A cosine has nothing to tune and is available to every model, whether its native head predicts logits (harnet, LiMU-BERT, CrossHAR) or aligns to language (UniMTS, ImageBind, NormWear).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The three readouts, and what each needs at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All three see only the enrolled examples: no corpus data, no other dataset, no query labels.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167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697480"/>
                <a:gridCol w="3429000"/>
                <a:gridCol w="277063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readout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parameters fitted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optimiser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1A"/>
                          </a:solidFill>
                          <a:latin typeface="Arial"/>
                        </a:rPr>
                        <a:t>data it sees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F6B4A"/>
                          </a:solidFill>
                          <a:latin typeface="Arial"/>
                        </a:rPr>
                        <a:t>1-NN   (primary)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F6B4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F6B4A"/>
                          </a:solidFill>
                          <a:latin typeface="Arial"/>
                        </a:rPr>
                        <a:t>none — one cosine, one argmax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F6B4A"/>
                          </a:solidFill>
                          <a:latin typeface="Arial"/>
                        </a:rPr>
                        <a:t>the k×C enrolled vectors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prototype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none  (C centroids computed)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none — mean, then renormalise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the k×C enrolled vectors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ridge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D×C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one closed-form solve, α fixed at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the k×C enrolled vectors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Why the memory is enrolment-only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75887"/>
            <a:ext cx="5349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The baselines' readouts see only enrolled examples. If our engine also carried 512 corpus rows, k would not mean the same thing across the table.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Measured cost of dropping them: </a:t>
            </a:r>
            <a:r>
              <a:rPr sz="1200" b="1" i="0">
                <a:solidFill>
                  <a:srgbClr val="1A1A1A"/>
                </a:solidFill>
                <a:latin typeface="Arial"/>
              </a:rPr>
              <a:t>−0.24 to +0.04 F1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 It buys us nothing, so we give it up and take the cleaner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29184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What we still owe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675887"/>
            <a:ext cx="5349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At k=1, prototype and 1-NN are mathematically identical — one vector per class, and its own normalised mean is itself.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The text-aligned baselines could in principle combine label text </a:t>
            </a:r>
            <a:r>
              <a:rPr sz="1200" b="1" i="0">
                <a:solidFill>
                  <a:srgbClr val="1A1A1A"/>
                </a:solidFill>
                <a:latin typeface="Arial"/>
              </a:rPr>
              <a:t>with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enrolment at k ≥ 1. We give them features + 1-NN only. That is the first gap a reviewer will find.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46304" cy="1737360"/>
          </a:xfrm>
          <a:prstGeom prst="rect">
            <a:avLst/>
          </a:prstGeom>
          <a:solidFill>
            <a:srgbClr val="34618E"/>
          </a:solidFill>
          <a:ln w="9525">
            <a:solidFill>
              <a:srgbClr val="3461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34618E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6148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Arial"/>
              </a:rPr>
              <a:t>Our own engine is what is holding us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9300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Arial"/>
              </a:rPr>
              <a:t>Three architectures, three full runs, one consistent pattern.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Every redesign fixed the readout and cost us the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Four trained versions, mean over k = 1…16.</a:t>
            </a:r>
          </a:p>
        </p:txBody>
      </p:sp>
      <p:pic>
        <p:nvPicPr>
          <p:cNvPr id="4" name="Picture 3" descr="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22" y="1298448"/>
            <a:ext cx="9824506" cy="43159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PB-03's best-ever engine (58.6 / 48.5) still loses to the pre-engine checkpoint's plain 1-NN (61.7 / 54.6). We have been trading the part that works for the part that does 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Which part of the engine actually earns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Starting from encoder + 1-NN, adding one engine component at a time, at every k.</a:t>
            </a:r>
          </a:p>
        </p:txBody>
      </p:sp>
      <p:pic>
        <p:nvPicPr>
          <p:cNvPr id="4" name="Picture 3" descr="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71" y="1298448"/>
            <a:ext cx="10567808" cy="43159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The entire native-engine gain is un-pooling. Corpus memory costs 0.24 to 0.00. The learned reranker never moves the score by more than 0.14 F1 in either direction.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The same ladder, as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Absolute macro F1, and the change each step makes.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Ordinary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55648"/>
          <a:ext cx="53949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649224"/>
                <a:gridCol w="649224"/>
                <a:gridCol w="649224"/>
                <a:gridCol w="649224"/>
                <a:gridCol w="649224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what the model does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k=1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k=2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k=4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k=8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k=16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HALO encoder + 1-NN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53.3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56.8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60.3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60.0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58.0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+ keep every recording row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54.2   +0.93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58.0   +1.15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61.7   +1.38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60.7   +0.70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58.4   +0.40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+ add 512-row corpus memory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54.1   -0.17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57.7   -0.24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61.6   -0.06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60.7   -0.04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58.3   -0.03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+ learned reranker  = native engine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54.0   -0.09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57.8   +0.08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61.7   +0.03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60.8   +0.14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58.5   +0.14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45352" y="137160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Specialized / clinical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5352" y="1755648"/>
          <a:ext cx="53949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649224"/>
                <a:gridCol w="649224"/>
                <a:gridCol w="649224"/>
                <a:gridCol w="649224"/>
                <a:gridCol w="649224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what the model does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k=1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k=2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k=4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k=8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</a:rPr>
                        <a:t>k=16</a:t>
                      </a:r>
                    </a:p>
                  </a:txBody>
                  <a:tcPr marL="64008" marR="64008" marT="18288" marB="18288" anchor="ctr">
                    <a:solidFill>
                      <a:srgbClr val="EFEF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HALO encoder + 1-NN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36.8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37.9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50.0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53.2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F6B4A"/>
                          </a:solidFill>
                          <a:latin typeface="Arial"/>
                        </a:rPr>
                        <a:t>55.4</a:t>
                      </a:r>
                    </a:p>
                  </a:txBody>
                  <a:tcPr marL="64008" marR="64008" marT="18288" marB="18288" anchor="ctr">
                    <a:solidFill>
                      <a:srgbClr val="EFF4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+ keep every recording row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38.4   +1.62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38.8   +0.91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51.8   +1.76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55.8   +2.51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58.2   +2.88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+ add 512-row corpus memory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38.2   -0.15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38.8   +0.04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51.8   -0.01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55.8   +0.00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58.2   +0.00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+ learned reranker  = native engine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38.3   +0.03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38.7   -0.12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51.7   -0.01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55.8   +0.02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58.2   -0.01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86200"/>
            <a:ext cx="110916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Retrieval over the corpus </a:t>
            </a:r>
            <a:r>
              <a:rPr sz="1250" b="1" i="0">
                <a:solidFill>
                  <a:srgbClr val="1A1A1A"/>
                </a:solidFill>
                <a:latin typeface="Arial"/>
              </a:rPr>
              <a:t>alone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scores 20.7 ordinary and about 10 specialized. Retrieval is the mechanism this architecture is built around, and on the deployed path it is contributing nothing.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Un-pooling is a data-representation choice, not learning. Nothing we trained is carrying the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Three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520440" cy="3931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4721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34618E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72184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Do we keep trying to make the engine win?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Three architectures, three runs. PB-03 finally beats its own 1-NN — but only by un-pooling, and its encoder is 4 to 8 F1 worse than the pre-engine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3F6B4A"/>
                </a:solidFill>
                <a:latin typeface="Arial"/>
              </a:rPr>
              <a:t>→ Report the encoder + 1-NN result as the headline, and the engine as a measured negative with a named cause.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325880"/>
            <a:ext cx="3520440" cy="3931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0559" y="14721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34618E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2896" y="1472184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Do we chase the encoder regression instead?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4688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The 4–8 F1 the encoder lost under episodic training is larger than anything the engine has ever offered 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406908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3F6B4A"/>
                </a:solidFill>
                <a:latin typeface="Arial"/>
              </a:rPr>
              <a:t>→ Yes. This is now the load-bearing experiment: find out why episodic training degrades the representation.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325880"/>
            <a:ext cx="3520440" cy="3931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47888" y="14721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34618E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1472184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Do we re-train against the right control?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4688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Every run so far optimised against pooled-execution 1-NN. The ladder shows the real bar is un-pooled row 1-NN, which the engine has never once beaten.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406908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3F6B4A"/>
                </a:solidFill>
                <a:latin typeface="Arial"/>
              </a:rPr>
              <a:t>→ Change the training control before spending another 35k steps on the engine.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2356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The strongest thing we own is a 1 M-parameter encoder that beats every baseline at every k on clinical motion, with no deployment-time training at all. Lead with that.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Arial"/>
              </a:rPr>
              <a:t>What we should state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58952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34618E"/>
                </a:solidFill>
                <a:latin typeface="Arial"/>
              </a:rPr>
              <a:t>Everything a reviewer will find, said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Limits of this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Single training seed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per HALO checkpoint; our own policy asks for three.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Zero-shot on specialized activities is weak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(8.8 against UniMTS's 17.4).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The best checkpoint is pre-engine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and the current code cannot even load it — extending it needs a retrain.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LiMU-BERT and CrossHAR released no weights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so we pretrained them on our corpus. That cuts both ways and we should say 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41732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Confounds we have not resolved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01368"/>
            <a:ext cx="53492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best checkpoint's recipe also differed — learnable front end, alias episodes, max_support 4 — so </a:t>
            </a:r>
            <a:r>
              <a:rPr sz="1250" b="1" i="0">
                <a:solidFill>
                  <a:srgbClr val="1A1A1A"/>
                </a:solidFill>
                <a:latin typeface="Arial"/>
              </a:rPr>
              <a:t>“the engine broke the encoder” is the leading explanation, not a proven one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We have not given the text-aligned baselines a text + enrolment readout, which is arguably part of their contribution.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Un-pooling helps our engine; we have not tested whether it would help the baselines too.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1091672" cy="603504"/>
          </a:xfrm>
          <a:prstGeom prst="rect">
            <a:avLst/>
          </a:prstGeom>
          <a:solidFill>
            <a:srgbClr val="FBF3D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72591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Arial"/>
              </a:rPr>
              <a:t>None of these change the headline. All of them belong in the paper before a reviewer finds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